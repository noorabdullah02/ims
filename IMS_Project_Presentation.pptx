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</a:rPr>
              <a:t>IMS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Next-Gen Institutional Management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Elevating Academic Governance through Modern Engineering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Created for: BAUET / Academic Institutions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Legacy Systems: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Slow, outdated portals built on technologies from the 2000s.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Poor User Experience: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Lack of mobile responsiveness and confusing navigation.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Segregated Systems: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Attendance, grades, fees, materials all in different platforms.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Weak Capabilities: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No modern auth, no real-time updates, no analytics.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Proposed Solution: IMS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A unified, cloud-native platform that consolidates all academic workflows into a single, elegant interface.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Lightning-Fast Performance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Shell Architecture with modular rendering.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Premium UI/UX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Glassmorphic design with smooth animations.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Enterprise-Grade Security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Dual-Token JWT auth, granular role-based access.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Full Responsiveness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Seamless experience across all devices.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Core Features (1/2)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Unified Authentication Suite: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6 distinct roles, JWT dual-token, email verifications.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Academic Lifecycle Management: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Smart real-time attendance, Result processing engine, Dynamic curriculum.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Institutional Governance Terminal: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Admit card system, Coordinator dashboard, Notice board, Policy engine.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Core Features (2/2)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Financial Management System: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Payment tracking, Advance payment rollover, Fee management.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AI-Powered Assistant (Vapi AI):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Smart voice &amp; text conversational interface.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Real-Time Notification System: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Socket.IO instant updates across modules.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Role-Based Capabilities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Students: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Access attendance, results, fees, materials, notices.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Teachers: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Mark attendance, upload results &amp; materials, grade assignments.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Coordinators: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Assign courses, manage schedule, publish notices.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Dept Heads: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Approve admit cards, manage policies, view analytics.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Finance / Admins: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Track payments, manage treasury, full system control.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</a:rPr>
              <a:t>Frontend: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Vite, Vanilla JS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Tailwind CSS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GSAP, Three.js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Socket.IO Client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Axios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</a:rPr>
              <a:t>Backend: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Node.js, Express.js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PostgreSQL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Drizzle ORM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JWT &amp; Bcrypt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Socket.IO, Cloudinary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Key Benefits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Operational Excellence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Reduce admin overhead by 60%, automate manual processes.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User Experience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Intuitive, mobile-first interface with &lt;2s page transitions.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Data Security &amp; Scalability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Enterprise-grade encryption, cloud-ready for up to 50k users.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Transforming Academic Operations with Modern Engineering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BAUET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IMS: Next-Gen Institutional Management System</dc:title>
  <dc:subject>IMS Presentation</dc:subject>
  <dc:creator>NoorAbdullah02</dc:creator>
  <cp:lastModifiedBy>NoorAbdullah02</cp:lastModifiedBy>
  <cp:revision>1</cp:revision>
  <dcterms:created xsi:type="dcterms:W3CDTF">2026-04-30T02:48:44Z</dcterms:created>
  <dcterms:modified xsi:type="dcterms:W3CDTF">2026-04-30T02:48:44Z</dcterms:modified>
</cp:coreProperties>
</file>